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731520"/>
            <a:ext cx="2926080" cy="3474720"/>
          </a:xfrm>
          <a:prstGeom prst="rect">
            <a:avLst/>
          </a:prstGeom>
          <a:solidFill>
            <a:srgbClr val="253660"/>
          </a:solidFill>
          <a:ln w="12700">
            <a:solidFill>
              <a:srgbClr val="2536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1280160"/>
            <a:ext cx="1645920" cy="2377440"/>
          </a:xfrm>
          <a:prstGeom prst="rect">
            <a:avLst/>
          </a:prstGeom>
          <a:solidFill>
            <a:srgbClr val="2D407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2296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11480" y="169164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11480" y="2743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F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v2.3.0  |  Huvalon Internship  |  Data Analysis &amp; Automation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31821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D8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Personal Finance Management System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703320"/>
            <a:ext cx="1188720" cy="347472"/>
          </a:xfrm>
          <a:prstGeom prst="rect">
            <a:avLst/>
          </a:prstGeom>
          <a:solidFill>
            <a:srgbClr val="253660"/>
          </a:solidFill>
          <a:ln w="9525">
            <a:solidFill>
              <a:srgbClr val="4F6BC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703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64792" y="3703320"/>
            <a:ext cx="1188720" cy="347472"/>
          </a:xfrm>
          <a:prstGeom prst="rect">
            <a:avLst/>
          </a:prstGeom>
          <a:solidFill>
            <a:srgbClr val="253660"/>
          </a:solidFill>
          <a:ln w="9525">
            <a:solidFill>
              <a:srgbClr val="4F6B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64792" y="3703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18104" y="3703320"/>
            <a:ext cx="1188720" cy="347472"/>
          </a:xfrm>
          <a:prstGeom prst="rect">
            <a:avLst/>
          </a:prstGeom>
          <a:solidFill>
            <a:srgbClr val="253660"/>
          </a:solidFill>
          <a:ln w="9525">
            <a:solidFill>
              <a:srgbClr val="4F6BC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18104" y="3703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71416" y="3703320"/>
            <a:ext cx="1188720" cy="347472"/>
          </a:xfrm>
          <a:prstGeom prst="rect">
            <a:avLst/>
          </a:prstGeom>
          <a:solidFill>
            <a:srgbClr val="253660"/>
          </a:solidFill>
          <a:ln w="9525">
            <a:solidFill>
              <a:srgbClr val="4F6BC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71416" y="37033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" y="4663440"/>
            <a:ext cx="85039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Sayooj Vandichal  |  Yenepoya University BCA  |  Mar –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47472" y="78638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786384"/>
            <a:ext cx="502920" cy="67665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78638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41832" y="78638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62856" y="78638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2856" y="786384"/>
            <a:ext cx="502920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2856" y="78638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57216" y="78638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7472" y="156362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1563624"/>
            <a:ext cx="502920" cy="676656"/>
          </a:xfrm>
          <a:prstGeom prst="rect">
            <a:avLst/>
          </a:prstGeom>
          <a:solidFill>
            <a:srgbClr val="2E3A59"/>
          </a:solidFill>
          <a:ln w="12700">
            <a:solidFill>
              <a:srgbClr val="2E3A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56362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832" y="156362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62856" y="156362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62856" y="1563624"/>
            <a:ext cx="502920" cy="67665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62856" y="156362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57216" y="156362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7472" y="234086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47472" y="2340864"/>
            <a:ext cx="502920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234086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41832" y="234086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62856" y="234086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62856" y="2340864"/>
            <a:ext cx="502920" cy="676656"/>
          </a:xfrm>
          <a:prstGeom prst="rect">
            <a:avLst/>
          </a:prstGeom>
          <a:solidFill>
            <a:srgbClr val="2E3A59"/>
          </a:solidFill>
          <a:ln w="12700">
            <a:solidFill>
              <a:srgbClr val="2E3A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2856" y="234086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7216" y="234086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Process Flow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47472" y="311810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7472" y="3118104"/>
            <a:ext cx="502920" cy="67665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11810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41832" y="311810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Intelligence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562856" y="311810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62856" y="3118104"/>
            <a:ext cx="502920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2856" y="311810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11810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Flow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47472" y="389534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47472" y="3895344"/>
            <a:ext cx="502920" cy="676656"/>
          </a:xfrm>
          <a:prstGeom prst="rect">
            <a:avLst/>
          </a:prstGeom>
          <a:solidFill>
            <a:srgbClr val="2E3A59"/>
          </a:solidFill>
          <a:ln w="12700">
            <a:solidFill>
              <a:srgbClr val="2E3A5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" y="389534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41832" y="389534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&amp; Progress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562856" y="3895344"/>
            <a:ext cx="411480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62856" y="3895344"/>
            <a:ext cx="502920" cy="67665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2856" y="3895344"/>
            <a:ext cx="502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157216" y="3895344"/>
            <a:ext cx="3429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Problem Statement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47472" y="7772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777240"/>
            <a:ext cx="2743200" cy="34747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777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75488" y="1197864"/>
            <a:ext cx="2487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 tracking is time-consuming and error-prone for daily finances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27832" y="7772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27832" y="777240"/>
            <a:ext cx="2743200" cy="34747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7832" y="777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BANK IMPORT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55848" y="1197864"/>
            <a:ext cx="2487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lightweight tools cannot parse bank statement PDFs automatically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08192" y="777240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08192" y="777240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777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36208" y="1197864"/>
            <a:ext cx="2487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typically require paid subscriptions or external AI API keys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" y="2450592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2450592"/>
            <a:ext cx="2743200" cy="34747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2450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DEPENDENT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871216"/>
            <a:ext cx="2487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finance apps are unusable offline without a network connection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27832" y="2450592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27832" y="2450592"/>
            <a:ext cx="2743200" cy="34747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2450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TRACKING GAP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55848" y="2871216"/>
            <a:ext cx="2487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tools lack savings goal tracking with projected dates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2450592"/>
            <a:ext cx="274320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08192" y="2450592"/>
            <a:ext cx="2743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08192" y="2450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GAP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36208" y="2871216"/>
            <a:ext cx="2487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bridges full accounting software and a simple note-taking app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|  Solution Overview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47472" y="77724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app.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finance need.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47472" y="202996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Production-grade, self-hosted, offline-capable personal finance manager with AI insights — zero external API dependencies.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" y="2926080"/>
            <a:ext cx="859536" cy="9144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" y="2944368"/>
            <a:ext cx="859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7472" y="340156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316736" y="2926080"/>
            <a:ext cx="859536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16736" y="2944368"/>
            <a:ext cx="859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16736" y="340156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6000" y="2926080"/>
            <a:ext cx="859536" cy="914400"/>
          </a:xfrm>
          <a:prstGeom prst="rect">
            <a:avLst/>
          </a:prstGeom>
          <a:solidFill>
            <a:srgbClr val="2E3A59"/>
          </a:solidFill>
          <a:ln w="12700">
            <a:solidFill>
              <a:srgbClr val="2E3A59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286000" y="2944368"/>
            <a:ext cx="859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286000" y="340156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Models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55264" y="2926080"/>
            <a:ext cx="859536" cy="9144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55264" y="2944368"/>
            <a:ext cx="859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255264" y="340156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43400" y="749808"/>
            <a:ext cx="4462272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62272" y="1024128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0288" y="896112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transaction tracking with period navigation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62272" y="1426464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0288" y="1298448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PDF &amp; CSV bank statement import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62272" y="1828800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1700784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 engine — 10 rules, no external API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462272" y="2231136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0288" y="2103120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chat interface — fully offline, inline charts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272" y="2633472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505456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goals with animated SVG progress ring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62272" y="3035808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90288" y="2907792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6 analytics widgets + YoY chart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62272" y="3438144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3310128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expenses + budget breach alerts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462272" y="3840480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90288" y="3712464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— installable, works offline via Service Worker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272" y="4242816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90288" y="4114800"/>
            <a:ext cx="4096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 / Dark / Light themes + collapsible sidebar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System Architecture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8503920" cy="3200400"/>
          </a:xfrm>
          <a:prstGeom prst="rect">
            <a:avLst/>
          </a:prstGeom>
          <a:solidFill>
            <a:srgbClr val="EFF6FF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758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Network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" y="1170432"/>
            <a:ext cx="2423160" cy="2560320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" y="1170432"/>
            <a:ext cx="24231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1704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1792" y="171907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2176272"/>
            <a:ext cx="1371600" cy="3017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76272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5173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257860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· Recharts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· Service Worker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44952" y="2249424"/>
            <a:ext cx="228600" cy="1828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4952" y="2066544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&gt;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273552" y="1170432"/>
            <a:ext cx="2423160" cy="2560320"/>
          </a:xfrm>
          <a:prstGeom prst="rect">
            <a:avLst/>
          </a:prstGeom>
          <a:solidFill>
            <a:srgbClr val="EEF1FA"/>
          </a:solidFill>
          <a:ln w="19050">
            <a:solidFill>
              <a:srgbClr val="4F6BC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73552" y="1170432"/>
            <a:ext cx="2423160" cy="4572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73552" y="11704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73552" y="171907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4760" y="2176272"/>
            <a:ext cx="1371600" cy="30175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176272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73552" y="257860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SQLModel ORM · Pydantic 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Router groups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6712" y="2249424"/>
            <a:ext cx="228600" cy="1828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96712" y="2066544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&gt;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25312" y="1170432"/>
            <a:ext cx="2423160" cy="2560320"/>
          </a:xfrm>
          <a:prstGeom prst="rect">
            <a:avLst/>
          </a:prstGeom>
          <a:solidFill>
            <a:srgbClr val="F1F5F9"/>
          </a:solidFill>
          <a:ln w="19050">
            <a:solidFill>
              <a:srgbClr val="1E2B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25312" y="1170432"/>
            <a:ext cx="2423160" cy="457200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25312" y="11704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25312" y="171907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46520" y="2176272"/>
            <a:ext cx="1371600" cy="30175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176272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5432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25312" y="257860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Keyset pagination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4059936"/>
            <a:ext cx="8503920" cy="0"/>
          </a:xfrm>
          <a:prstGeom prst="line">
            <a:avLst/>
          </a:prstGeom>
          <a:noFill/>
          <a:ln w="6350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11480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Flow:  Browser  &gt;  React SPA  &gt;  Axios HTTP  &gt;  FastAPI Router  &gt;  Service Layer  &gt;  SQLModel ORM  &gt;  PostgreSQL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059936"/>
            <a:ext cx="8503920" cy="0"/>
          </a:xfrm>
          <a:prstGeom prst="line">
            <a:avLst/>
          </a:prstGeom>
          <a:noFill/>
          <a:ln w="6350">
            <a:solidFill>
              <a:srgbClr val="D5DC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|  Technology Stack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68096"/>
            <a:ext cx="4160520" cy="13624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68096"/>
            <a:ext cx="416052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7680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4632" y="1234440"/>
            <a:ext cx="54864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170432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0.111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" y="1467612"/>
            <a:ext cx="54864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403604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SQLModel 0.0.18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4632" y="1700784"/>
            <a:ext cx="54864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1636776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" y="1933956"/>
            <a:ext cx="54864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1869948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0.29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90288" y="768096"/>
            <a:ext cx="4160520" cy="13624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90288" y="768096"/>
            <a:ext cx="4160520" cy="329184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768096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0" y="1234440"/>
            <a:ext cx="54864" cy="91440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82896" y="1170432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54880" y="1467612"/>
            <a:ext cx="54864" cy="91440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2896" y="1403604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1700784"/>
            <a:ext cx="54864" cy="91440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1636776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Keyset Pagination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1933956"/>
            <a:ext cx="54864" cy="91440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869948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2240280"/>
            <a:ext cx="4160520" cy="13624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2240280"/>
            <a:ext cx="4160520" cy="329184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224028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84632" y="2706624"/>
            <a:ext cx="54864" cy="9144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2642616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4632" y="2939796"/>
            <a:ext cx="54864" cy="9144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2875788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4632" y="3172968"/>
            <a:ext cx="54864" cy="9144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3108960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v6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84632" y="3406140"/>
            <a:ext cx="54864" cy="9144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3342132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90288" y="2240280"/>
            <a:ext cx="4160520" cy="13624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90288" y="2240280"/>
            <a:ext cx="4160520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90288" y="224028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754880" y="2706624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2642616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 0.11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54880" y="2939796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82896" y="2875788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python-multipart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754880" y="3172968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82896" y="3108960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python-dateutil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54880" y="3406140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82896" y="3342132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parser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" y="3712464"/>
            <a:ext cx="4160520" cy="13624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20040" y="3712464"/>
            <a:ext cx="4160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3712464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84632" y="4178808"/>
            <a:ext cx="54864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2648" y="4114800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3.9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84632" y="4411980"/>
            <a:ext cx="54864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" y="4347972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postgres:15-alpine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84632" y="4645152"/>
            <a:ext cx="54864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2648" y="4581144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python:3.11-slim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4632" y="4878324"/>
            <a:ext cx="54864" cy="91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2648" y="4814316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node:18-alpine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90288" y="3712464"/>
            <a:ext cx="4160520" cy="136245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4590288" y="3712464"/>
            <a:ext cx="4160520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0288" y="3712464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/ UX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754880" y="4178808"/>
            <a:ext cx="54864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82896" y="4114800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754880" y="4411980"/>
            <a:ext cx="54864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882896" y="4347972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Cache-first shell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4754880" y="4645152"/>
            <a:ext cx="54864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82896" y="4581144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Network-first API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4754880" y="4878324"/>
            <a:ext cx="54864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82896" y="4814316"/>
            <a:ext cx="3758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interceptors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Core Features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68096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68096"/>
            <a:ext cx="2103120" cy="30175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76809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Tracking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51790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nav · bulk delete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· cursor pagination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05456" y="768096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05456" y="768096"/>
            <a:ext cx="2103120" cy="3017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76809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96896" y="113385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96896" y="151790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widgets · YoY chart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prediction · Treemap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90872" y="768096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90872" y="768096"/>
            <a:ext cx="2103120" cy="30175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76809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82312" y="113385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&amp; Goals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82312" y="151790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limits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 ring · projected date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76288" y="768096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76288" y="768096"/>
            <a:ext cx="2103120" cy="30175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76288" y="76809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67728" y="113385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Insights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67728" y="151790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insight rules · NLP chat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charts · no API key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2423160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2423160"/>
            <a:ext cx="2103120" cy="3017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242316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11480" y="2788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Import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172968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Canara PDF + CSV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2-pass auto-categorisation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05456" y="2423160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505456" y="2423160"/>
            <a:ext cx="2103120" cy="30175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05456" y="242316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596896" y="2788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&amp; Alerts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596896" y="3172968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templates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breach notifications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90872" y="2423160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90872" y="2423160"/>
            <a:ext cx="2103120" cy="30175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90872" y="242316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/ THEMES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82312" y="2788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 &amp; Offline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782312" y="3172968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· Dark · Galaxy 3D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PWA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76288" y="2423160"/>
            <a:ext cx="210312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876288" y="2423160"/>
            <a:ext cx="2103120" cy="3017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76288" y="242316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67728" y="2788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Hub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7728" y="3172968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URL-driven tabs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· Import Rules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Import Process Flow — 2-Pass Auto-Categorisation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128016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822960"/>
            <a:ext cx="1280160" cy="402336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229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6344" y="1298448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File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66344" y="1700784"/>
            <a:ext cx="1170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or CSV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20 MB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249424"/>
            <a:ext cx="1097280" cy="402336"/>
          </a:xfrm>
          <a:prstGeom prst="rect">
            <a:avLst/>
          </a:prstGeom>
          <a:solidFill>
            <a:srgbClr val="000000"/>
          </a:solidFill>
          <a:ln w="6350">
            <a:solidFill>
              <a:srgbClr val="1E2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24942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/import/upload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717243" y="1668780"/>
            <a:ext cx="76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819656" y="822960"/>
            <a:ext cx="128016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19656" y="822960"/>
            <a:ext cx="1280160" cy="40233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8229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74520" y="1298448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874520" y="1700784"/>
            <a:ext cx="1170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 (PDF)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reader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911096" y="2249424"/>
            <a:ext cx="1097280" cy="402336"/>
          </a:xfrm>
          <a:prstGeom prst="rect">
            <a:avLst/>
          </a:prstGeom>
          <a:solidFill>
            <a:srgbClr val="000000"/>
          </a:solidFill>
          <a:ln w="6350">
            <a:solidFill>
              <a:srgbClr val="4F6BC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11096" y="224942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8-column extraction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25419" y="1668780"/>
            <a:ext cx="76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&gt;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227832" y="822960"/>
            <a:ext cx="128016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27832" y="822960"/>
            <a:ext cx="12801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8229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282696" y="1298448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Rules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282696" y="1700784"/>
            <a:ext cx="1170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IF/THEN rules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1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19272" y="2249424"/>
            <a:ext cx="1097280" cy="402336"/>
          </a:xfrm>
          <a:prstGeom prst="rect">
            <a:avLst/>
          </a:prstGeom>
          <a:solidFill>
            <a:srgbClr val="00000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9272" y="224942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User-defined rules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33595" y="1668780"/>
            <a:ext cx="76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&gt;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636008" y="822960"/>
            <a:ext cx="128016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36008" y="822960"/>
            <a:ext cx="1280160" cy="40233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36008" y="8229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690872" y="1298448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Sources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690872" y="1700784"/>
            <a:ext cx="1170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match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27448" y="2249424"/>
            <a:ext cx="1097280" cy="402336"/>
          </a:xfrm>
          <a:prstGeom prst="rect">
            <a:avLst/>
          </a:prstGeom>
          <a:solidFill>
            <a:srgbClr val="000000"/>
          </a:solidFill>
          <a:ln w="6350">
            <a:solidFill>
              <a:srgbClr val="4F6BC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27448" y="224942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senders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941771" y="1668780"/>
            <a:ext cx="76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&gt;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044184" y="822960"/>
            <a:ext cx="128016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44184" y="822960"/>
            <a:ext cx="1280160" cy="402336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44184" y="8229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099048" y="1298448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Keywords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099048" y="1700784"/>
            <a:ext cx="1170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food, health...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35624" y="2249424"/>
            <a:ext cx="1097280" cy="402336"/>
          </a:xfrm>
          <a:prstGeom prst="rect">
            <a:avLst/>
          </a:prstGeom>
          <a:solidFill>
            <a:srgbClr val="000000"/>
          </a:solidFill>
          <a:ln w="6350">
            <a:solidFill>
              <a:srgbClr val="1E2B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35624" y="224942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categories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49947" y="1668780"/>
            <a:ext cx="76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&gt;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452360" y="822960"/>
            <a:ext cx="128016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52360" y="822960"/>
            <a:ext cx="128016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52360" y="8229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507224" y="1298448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&amp; Confirm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7507224" y="1700784"/>
            <a:ext cx="1170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flags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duplicates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43800" y="2249424"/>
            <a:ext cx="1097280" cy="402336"/>
          </a:xfrm>
          <a:prstGeom prst="rect">
            <a:avLst/>
          </a:prstGeom>
          <a:solidFill>
            <a:srgbClr val="00000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43800" y="224942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/import/confirm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7472" y="2990088"/>
            <a:ext cx="8458200" cy="457200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3017520"/>
            <a:ext cx="8275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 Unmatched transactions and large unclassified deposits are flagged for manual review. Duplicate detection runs on all rows.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|  AI &amp; Intelligence — 100% Offline, No External API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206240" cy="4096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49808"/>
            <a:ext cx="4206240" cy="402336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749808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Insights Engine  (10 Rules)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" y="1307592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Warning — category &gt; 80% of limit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1609344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453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Spend Category — highest this month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" y="1911096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847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Rate — flags if rate &lt; 20%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912" y="2212848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48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Overdue — past next_date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514600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450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Spike — &gt; 50% vs last month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8912" y="2816352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Recorded — zero entries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18104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540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Burn Rate — daily spend projection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8912" y="3419856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Transaction — &gt; 30% of budget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" y="3721608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Progress Slow — will miss deadline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4023360"/>
            <a:ext cx="4572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9593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Over Month — total % change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749808"/>
            <a:ext cx="4114800" cy="4096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749808"/>
            <a:ext cx="4114800" cy="40233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74980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Chat Interface  (Offline)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0600" y="1261872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12710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much did I spend this month?"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01584" y="1261872"/>
            <a:ext cx="640080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01584" y="12618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00600" y="1691640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17007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"Break down my expenses"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101584" y="1691640"/>
            <a:ext cx="640080" cy="31089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01584" y="1691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00600" y="2121408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21305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income vs expenses"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01584" y="2121408"/>
            <a:ext cx="640080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01584" y="21214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00600" y="2551176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46320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my savings rate?"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01584" y="2551176"/>
            <a:ext cx="640080" cy="310896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01584" y="255117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tip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00600" y="2980944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29900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my spending trend"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101584" y="2980944"/>
            <a:ext cx="640080" cy="3108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01584" y="298094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00600" y="3410712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46320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 I over budget?"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101584" y="3410712"/>
            <a:ext cx="640080" cy="310896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01584" y="341071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800600" y="3840480"/>
            <a:ext cx="3246120" cy="310896"/>
          </a:xfrm>
          <a:prstGeom prst="rect">
            <a:avLst/>
          </a:prstGeom>
          <a:solidFill>
            <a:srgbClr val="EEF1FA"/>
          </a:solidFill>
          <a:ln w="6350">
            <a:solidFill>
              <a:srgbClr val="D0D5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46320" y="38496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are my biggest expenses?"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101584" y="3840480"/>
            <a:ext cx="640080" cy="310896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01584" y="38404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Deployment Strategy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768096"/>
            <a:ext cx="420624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7680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A — Docker Compose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" y="100584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all platforms (Windows / macOS)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36592" y="768096"/>
            <a:ext cx="4206240" cy="4572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36592" y="7680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 — Local Dev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736592" y="100584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iteration, no Docker overhead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135331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353312"/>
            <a:ext cx="4572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35331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repo + create .env file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" y="17007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DATABASE_URL, ALLOWED_ORIGINS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20116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9488"/>
                </a:solidFill>
              </a:rPr>
              <a:t>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17627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176272"/>
            <a:ext cx="4572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17627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0392" y="22311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0392" y="25237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db + backend + frontend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" y="2834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9488"/>
                </a:solidFill>
              </a:rPr>
              <a:t>v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99923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2999232"/>
            <a:ext cx="4572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9992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50392" y="3054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localhost:5173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50392" y="33467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ready in ~30 seconds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36592" y="135331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1353312"/>
            <a:ext cx="457200" cy="658368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36592" y="135331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266944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PostgreSQL 15 locally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66944" y="17007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expense_tracker database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36592" y="20116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BCD"/>
                </a:solidFill>
              </a:rPr>
              <a:t>v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36592" y="217627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36592" y="2176272"/>
            <a:ext cx="457200" cy="658368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36592" y="217627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266944" y="22311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-r requirements.txt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266944" y="25237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/backend directory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36592" y="2834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BCD"/>
                </a:solidFill>
              </a:rPr>
              <a:t>v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36592" y="299923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736592" y="2999232"/>
            <a:ext cx="457200" cy="658368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29992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266944" y="3054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 +  npm run dev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266944" y="33467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/frontend  →  localhost:5173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" y="4425696"/>
            <a:ext cx="8485632" cy="420624"/>
          </a:xfrm>
          <a:prstGeom prst="rect">
            <a:avLst/>
          </a:prstGeom>
          <a:solidFill>
            <a:srgbClr val="FFFBEB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8912" y="4443984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Windows requires WSL 2 backend for Docker Desktop.  .gitattributes enforces LF line endings to prevent container errors.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|  Milestones &amp; Progress — All 11 Complete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02920" y="2249424"/>
            <a:ext cx="8138160" cy="73152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" y="1316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" y="1536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77393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'23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828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5680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'23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407160" y="241401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9960" y="28346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49960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252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54200" y="1316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54200" y="1536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11400" y="177393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9992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'23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09676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04160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'24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15640" y="241401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58440" y="28346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58440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00100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62680" y="1316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v1.7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62680" y="1536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Import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119880" y="177393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840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'24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90524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2640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'24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024120" y="241401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66920" y="28346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v1.9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66920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948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71160" y="1316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71160" y="1536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928360" y="177393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688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'25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71372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21120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'25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832600" y="241401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75400" y="28346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v2.1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375400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Galaxy+PWA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61796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9640" y="1316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279640" y="1536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YoY+Predict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736840" y="177393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2536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'25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522208" y="2167128"/>
            <a:ext cx="237744" cy="237744"/>
          </a:xfrm>
          <a:prstGeom prst="oval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0" y="18470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'26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8641080" y="2414016"/>
            <a:ext cx="0" cy="402336"/>
          </a:xfrm>
          <a:prstGeom prst="line">
            <a:avLst/>
          </a:prstGeom>
          <a:noFill/>
          <a:ln w="9525">
            <a:solidFill>
              <a:srgbClr val="D0D5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83880" y="28346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6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183880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Hub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02920" y="3383280"/>
            <a:ext cx="1965960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" y="34747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502920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Complete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2606040" y="3383280"/>
            <a:ext cx="1965960" cy="914400"/>
          </a:xfrm>
          <a:prstGeom prst="rect">
            <a:avLst/>
          </a:prstGeom>
          <a:solidFill>
            <a:srgbClr val="1E2B4A"/>
          </a:solidFill>
          <a:ln w="12700">
            <a:solidFill>
              <a:srgbClr val="1E2B4A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2606040" y="34747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2606040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Span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709160" y="3383280"/>
            <a:ext cx="1965960" cy="9144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4709160" y="34747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4709160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812280" y="3383280"/>
            <a:ext cx="196596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6812280" y="347472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v2.3.0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6812280" y="3904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Version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4F6BCD"/>
          </a:solidFill>
          <a:ln w="12700">
            <a:solidFill>
              <a:srgbClr val="4F6BC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548640"/>
            <a:ext cx="2926080" cy="3657600"/>
          </a:xfrm>
          <a:prstGeom prst="rect">
            <a:avLst/>
          </a:prstGeom>
          <a:solidFill>
            <a:srgbClr val="253660"/>
          </a:solidFill>
          <a:ln w="12700">
            <a:solidFill>
              <a:srgbClr val="2536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1097280"/>
            <a:ext cx="1645920" cy="2560320"/>
          </a:xfrm>
          <a:prstGeom prst="rect">
            <a:avLst/>
          </a:prstGeom>
          <a:solidFill>
            <a:srgbClr val="2D407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Tracker v2.3.0  |  Huvalon Internship  |  Data Analysis &amp; Automation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65760" y="2432304"/>
            <a:ext cx="457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2432304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3-tier Docker architecture  |  11 REST API router groups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816352"/>
            <a:ext cx="457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 engine + NLP chat  |  zero external API dependencies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65760" y="3200400"/>
            <a:ext cx="457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320040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PDF import with 2-pass auto-categorisation pipeline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584448"/>
            <a:ext cx="457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358444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Service Worker  |  Galaxy / Dark / Light themes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5760" y="3968496"/>
            <a:ext cx="457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" y="396849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milestones complete  |  23 features shipped  |  v2.3.0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" y="4663440"/>
            <a:ext cx="85039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Sayooj Vandichal  |  Yenepoya University BCA  |  github.com/Sayu-V/expense-tracker  |  Mar – May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Expense Tracker v2.3.0</dc:title>
  <dc:subject>PptxGenJS Presentation</dc:subject>
  <dc:creator>Sayu-V</dc:creator>
  <cp:lastModifiedBy>Sayu-V</cp:lastModifiedBy>
  <cp:revision>1</cp:revision>
  <dcterms:created xsi:type="dcterms:W3CDTF">2026-03-30T01:51:34Z</dcterms:created>
  <dcterms:modified xsi:type="dcterms:W3CDTF">2026-03-30T01:51:34Z</dcterms:modified>
</cp:coreProperties>
</file>
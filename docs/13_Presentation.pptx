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731520"/>
            <a:ext cx="2926080" cy="3474720"/>
          </a:xfrm>
          <a:prstGeom prst="rect">
            <a:avLst/>
          </a:prstGeom>
          <a:solidFill>
            <a:srgbClr val="253660"/>
          </a:solidFill>
          <a:ln w="12700">
            <a:solidFill>
              <a:srgbClr val="2536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280160"/>
            <a:ext cx="1645920" cy="2377440"/>
          </a:xfrm>
          <a:prstGeom prst="rect">
            <a:avLst/>
          </a:prstGeom>
          <a:solidFill>
            <a:srgbClr val="2D4070"/>
          </a:solidFill>
          <a:ln w="12700">
            <a:solidFill>
              <a:srgbClr val="2D4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v2.3.0  |  IBM Student Project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31821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D8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Personal Finance Management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703320"/>
            <a:ext cx="1188720" cy="347472"/>
          </a:xfrm>
          <a:prstGeom prst="rect">
            <a:avLst/>
          </a:prstGeom>
          <a:solidFill>
            <a:srgbClr val="253660"/>
          </a:solidFill>
          <a:ln w="9525">
            <a:solidFill>
              <a:srgbClr val="4F6B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703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64792" y="3703320"/>
            <a:ext cx="1188720" cy="347472"/>
          </a:xfrm>
          <a:prstGeom prst="rect">
            <a:avLst/>
          </a:prstGeom>
          <a:solidFill>
            <a:srgbClr val="253660"/>
          </a:solidFill>
          <a:ln w="9525">
            <a:solidFill>
              <a:srgbClr val="4F6B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64792" y="3703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18104" y="3703320"/>
            <a:ext cx="1188720" cy="347472"/>
          </a:xfrm>
          <a:prstGeom prst="rect">
            <a:avLst/>
          </a:prstGeom>
          <a:solidFill>
            <a:srgbClr val="253660"/>
          </a:solidFill>
          <a:ln w="9525">
            <a:solidFill>
              <a:srgbClr val="4F6B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18104" y="3703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71416" y="3703320"/>
            <a:ext cx="1188720" cy="347472"/>
          </a:xfrm>
          <a:prstGeom prst="rect">
            <a:avLst/>
          </a:prstGeom>
          <a:solidFill>
            <a:srgbClr val="253660"/>
          </a:solidFill>
          <a:ln w="9525">
            <a:solidFill>
              <a:srgbClr val="4F6B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3703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Sayu-V  |  Yenepoya University  |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86384"/>
            <a:ext cx="502920" cy="676656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8638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786384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62856" y="78638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786384"/>
            <a:ext cx="50292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78638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57216" y="786384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" y="156362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1563624"/>
            <a:ext cx="502920" cy="676656"/>
          </a:xfrm>
          <a:prstGeom prst="rect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56362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" y="1563624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62856" y="156362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62856" y="1563624"/>
            <a:ext cx="502920" cy="676656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156362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57216" y="1563624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234086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2340864"/>
            <a:ext cx="50292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34086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" y="2340864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62856" y="234086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62856" y="2340864"/>
            <a:ext cx="502920" cy="676656"/>
          </a:xfrm>
          <a:prstGeom prst="rect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2856" y="234086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57216" y="2340864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Process Flow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7472" y="311810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3118104"/>
            <a:ext cx="502920" cy="676656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11810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41832" y="3118104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62856" y="311810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62856" y="3118104"/>
            <a:ext cx="50292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62856" y="311810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118104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Flow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47472" y="389534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" y="3895344"/>
            <a:ext cx="502920" cy="676656"/>
          </a:xfrm>
          <a:prstGeom prst="rect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89534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41832" y="3895344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 Progress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62856" y="389534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62856" y="3895344"/>
            <a:ext cx="502920" cy="676656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62856" y="389534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57216" y="3895344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Problem Statement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77240"/>
            <a:ext cx="2743200" cy="34747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1197864"/>
            <a:ext cx="2487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tracking is time-consuming and error-prone for daily finances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7832" y="777240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777240"/>
            <a:ext cx="2743200" cy="34747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 IMPORT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55848" y="1197864"/>
            <a:ext cx="2487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lightweight tools cannot parse bank statement PDFs automatically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08192" y="777240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08192" y="77724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AI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6208" y="1197864"/>
            <a:ext cx="2487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typically require paid subscriptions or external AI API keys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2450592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450592"/>
            <a:ext cx="2743200" cy="34747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450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DEPENDENT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2871216"/>
            <a:ext cx="2487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finance apps are unusable offline without a network connection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27832" y="2450592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2450592"/>
            <a:ext cx="2743200" cy="34747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2450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TRACKING GAP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55848" y="2871216"/>
            <a:ext cx="2487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tools lack savings goal tracking with projected dates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08192" y="2450592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08192" y="2450592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450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GAP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36208" y="2871216"/>
            <a:ext cx="2487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bridges full accounting software and a simple note-taking app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Solution Overview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finance need.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47472" y="20299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Production-grade, self-hosted, offline-capable personal finance manager with AI insights — zero external API dependencies.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2926080"/>
            <a:ext cx="859536" cy="91440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2944368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" y="340156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16736" y="2926080"/>
            <a:ext cx="859536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16736" y="2944368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16736" y="340156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0" y="2926080"/>
            <a:ext cx="859536" cy="914400"/>
          </a:xfrm>
          <a:prstGeom prst="rect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0" y="2944368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286000" y="340156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Models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55264" y="2926080"/>
            <a:ext cx="859536" cy="91440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55264" y="2944368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55264" y="340156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43400" y="749808"/>
            <a:ext cx="4462272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62272" y="1024128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896112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transaction tracking with period navigation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62272" y="1426464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1298448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PDF &amp; CSV bank statement import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62272" y="1828800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1700784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engine — 10 rules, no external API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62272" y="2231136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210312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chat interface — fully offline, inline charts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62272" y="2633472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2505456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goals with animated SVG progress ring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62272" y="3035808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0288" y="2907792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6 analytics widgets + YoY chart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62272" y="3438144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3310128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expenses + budget breach alerts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462272" y="3840480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0288" y="3712464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installable, works offline via Service Worker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462272" y="4242816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411480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/ Dark / Light themes + collapsible sidebar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System Architecture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758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Network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2423160" cy="256032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170432"/>
            <a:ext cx="24231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70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719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3000" y="2176272"/>
            <a:ext cx="13716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762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5173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57860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· Recharts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· Service Worker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44952" y="2249424"/>
            <a:ext cx="228600" cy="182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2066544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73552" y="1170432"/>
            <a:ext cx="2423160" cy="2560320"/>
          </a:xfrm>
          <a:prstGeom prst="rect">
            <a:avLst/>
          </a:prstGeom>
          <a:solidFill>
            <a:srgbClr val="EEF1FA"/>
          </a:solidFill>
          <a:ln w="19050">
            <a:solidFill>
              <a:srgbClr val="4F6BC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3552" y="1170432"/>
            <a:ext cx="2423160" cy="45720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1170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73552" y="1719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94760" y="2176272"/>
            <a:ext cx="1371600" cy="30175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1762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73552" y="257860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ORM · Pydantic 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Router groups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96712" y="2249424"/>
            <a:ext cx="228600" cy="182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96712" y="2066544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&gt;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25312" y="1170432"/>
            <a:ext cx="2423160" cy="2560320"/>
          </a:xfrm>
          <a:prstGeom prst="rect">
            <a:avLst/>
          </a:prstGeom>
          <a:solidFill>
            <a:srgbClr val="F1F5F9"/>
          </a:solidFill>
          <a:ln w="19050">
            <a:solidFill>
              <a:srgbClr val="1E2B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25312" y="1170432"/>
            <a:ext cx="2423160" cy="45720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1170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25312" y="1719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2176272"/>
            <a:ext cx="1371600" cy="30175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1762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5432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25312" y="257860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Keyset pagination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059936"/>
            <a:ext cx="8503920" cy="0"/>
          </a:xfrm>
          <a:prstGeom prst="line">
            <a:avLst/>
          </a:prstGeom>
          <a:noFill/>
          <a:ln w="6350">
            <a:solidFill>
              <a:srgbClr val="D5D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1148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Browser  &gt;  React SPA  &gt;  Axios HTTP  &gt;  FastAPI Router  &gt;  Service Layer  &gt;  SQLModel ORM  &gt;  PostgreSQL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059936"/>
            <a:ext cx="8503920" cy="0"/>
          </a:xfrm>
          <a:prstGeom prst="line">
            <a:avLst/>
          </a:prstGeom>
          <a:noFill/>
          <a:ln w="6350">
            <a:solidFill>
              <a:srgbClr val="D5DCE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Technology Stack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4160520" cy="1362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68096"/>
            <a:ext cx="41605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6809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" y="1234440"/>
            <a:ext cx="5486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170432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" y="1467612"/>
            <a:ext cx="5486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403604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0.0.18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" y="1700784"/>
            <a:ext cx="5486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636776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" y="1933956"/>
            <a:ext cx="5486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1869948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0.29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90288" y="768096"/>
            <a:ext cx="4160520" cy="1362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0288" y="768096"/>
            <a:ext cx="4160520" cy="329184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76809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54864" cy="9144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1170432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1467612"/>
            <a:ext cx="54864" cy="9144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1403604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700784"/>
            <a:ext cx="54864" cy="9144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1636776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Keyset Pagination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933956"/>
            <a:ext cx="54864" cy="9144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1869948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240280"/>
            <a:ext cx="4160520" cy="1362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240280"/>
            <a:ext cx="4160520" cy="329184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24028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" y="2706624"/>
            <a:ext cx="54864" cy="9144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2642616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" y="2939796"/>
            <a:ext cx="54864" cy="9144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2875788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" y="3172968"/>
            <a:ext cx="54864" cy="9144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3108960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" y="3406140"/>
            <a:ext cx="54864" cy="9144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3342132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90288" y="2240280"/>
            <a:ext cx="4160520" cy="1362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90288" y="2240280"/>
            <a:ext cx="416052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0288" y="224028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54880" y="2706624"/>
            <a:ext cx="54864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2642616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0.11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2939796"/>
            <a:ext cx="54864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2896" y="2875788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python-multipart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54880" y="3172968"/>
            <a:ext cx="54864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2896" y="3108960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python-dateutil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3406140"/>
            <a:ext cx="54864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82896" y="3342132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parser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" y="3712464"/>
            <a:ext cx="4160520" cy="1362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" y="3712464"/>
            <a:ext cx="4160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71246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84632" y="4178808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" y="4114800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3.9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84632" y="4411980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" y="4347972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postgres:15-alpine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84632" y="4645152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" y="4581144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python:3.11-slim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84632" y="4878324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" y="4814316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node:18-alpine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90288" y="3712464"/>
            <a:ext cx="4160520" cy="1362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90288" y="3712464"/>
            <a:ext cx="416052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90288" y="371246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UX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754880" y="4178808"/>
            <a:ext cx="54864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82896" y="4114800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754880" y="4411980"/>
            <a:ext cx="54864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82896" y="4347972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shell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754880" y="4645152"/>
            <a:ext cx="54864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82896" y="4581144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Network-first API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754880" y="4878324"/>
            <a:ext cx="54864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82896" y="4814316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Core Features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21031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68096"/>
            <a:ext cx="2103120" cy="30175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6809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1338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Tracking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nav · bulk delete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· cursor pagination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05456" y="768096"/>
            <a:ext cx="21031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05456" y="768096"/>
            <a:ext cx="210312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76809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96896" y="11338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96896" y="151790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widgets · YoY chart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prediction · Treemap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90872" y="768096"/>
            <a:ext cx="21031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90872" y="768096"/>
            <a:ext cx="2103120" cy="30175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76809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82312" y="11338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&amp; Goals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151790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limits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ring · projected 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76288" y="768096"/>
            <a:ext cx="21031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76288" y="768096"/>
            <a:ext cx="2103120" cy="30175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76809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67728" y="11338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Insights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67728" y="151790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insight rules · NLP chat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charts · no API key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423160"/>
            <a:ext cx="21031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423160"/>
            <a:ext cx="210312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42316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Import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17296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Canara PDF + CSV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2-pass auto-categorisation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05456" y="2423160"/>
            <a:ext cx="21031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05456" y="2423160"/>
            <a:ext cx="2103120" cy="30175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05456" y="242316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96896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&amp; Alerts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96896" y="317296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templates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breach notifications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90872" y="2423160"/>
            <a:ext cx="21031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90872" y="2423160"/>
            <a:ext cx="2103120" cy="30175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242316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THEMES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82312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&amp; Offline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82312" y="317296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· Dark · Galaxy 3D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PWA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76288" y="2423160"/>
            <a:ext cx="21031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76288" y="2423160"/>
            <a:ext cx="210312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242316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67728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Hub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67728" y="317296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URL-driven tabs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· Import Rules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Import Process Flow — 2-Pass Auto-Categorisation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2801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22960"/>
            <a:ext cx="1280160" cy="402336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" y="12984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6344" y="170078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20 MB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49424"/>
            <a:ext cx="109728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1E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494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/import/upload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17243" y="1668780"/>
            <a:ext cx="76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19656" y="822960"/>
            <a:ext cx="12801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19656" y="822960"/>
            <a:ext cx="1280160" cy="402336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9656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4520" y="12984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874520" y="170078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(PDF)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reader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11096" y="2249424"/>
            <a:ext cx="109728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4F6B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11096" y="22494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8-column extraction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25419" y="1668780"/>
            <a:ext cx="76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27832" y="822960"/>
            <a:ext cx="12801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822960"/>
            <a:ext cx="12801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82696" y="12984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Rules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82696" y="170078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IF/THEN rules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9272" y="2249424"/>
            <a:ext cx="109728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22494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rules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33595" y="1668780"/>
            <a:ext cx="76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&gt;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36008" y="822960"/>
            <a:ext cx="12801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36008" y="822960"/>
            <a:ext cx="1280160" cy="402336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6008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690872" y="12984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Sources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90872" y="170078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27448" y="2249424"/>
            <a:ext cx="109728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4F6B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7448" y="22494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senders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1771" y="1668780"/>
            <a:ext cx="76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&gt;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44184" y="822960"/>
            <a:ext cx="12801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44184" y="822960"/>
            <a:ext cx="1280160" cy="402336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44184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099048" y="12984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Keywords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099048" y="170078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health...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35624" y="2249424"/>
            <a:ext cx="109728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1E2B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35624" y="22494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categories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49947" y="1668780"/>
            <a:ext cx="76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&gt;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52360" y="822960"/>
            <a:ext cx="12801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52360" y="822960"/>
            <a:ext cx="12801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52360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507224" y="12984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&amp; Confirm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507224" y="170078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flags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duplicates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43800" y="2249424"/>
            <a:ext cx="109728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43800" y="22494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/import/confirm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7472" y="2990088"/>
            <a:ext cx="845820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017520"/>
            <a:ext cx="8275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Unmatched transactions and large unclassified deposits are flagged for manual review. Duplicate detection runs on all rows.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AI &amp; Intelligence — 100% Offline, No External API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206240" cy="4096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49808"/>
            <a:ext cx="4206240" cy="402336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498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Insights Engine  (10 Rules)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" y="1307592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Warning — category &gt; 80% of limit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1609344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45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 Category — highest this month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" y="1911096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Rate — flags if rate &lt; 20%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2212848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Overdue — past next_date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" y="2514600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Spike — &gt; 50% vs last month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" y="2816352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52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Income Recorded — zero entries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118104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Burn Rate — daily spend projection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" y="3419856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55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Transaction — &gt; 30% of budget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" y="3721608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Progress Slow — will miss deadline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" y="4023360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959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Over Month — total % change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749808"/>
            <a:ext cx="4114800" cy="4096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749808"/>
            <a:ext cx="4114800" cy="402336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74980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Chat Interface  (Offline)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1261872"/>
            <a:ext cx="3246120" cy="310896"/>
          </a:xfrm>
          <a:prstGeom prst="rect">
            <a:avLst/>
          </a:prstGeom>
          <a:solidFill>
            <a:srgbClr val="EEF1FA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2710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did I spend this month?"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01584" y="1261872"/>
            <a:ext cx="6400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01584" y="12618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00600" y="1691640"/>
            <a:ext cx="3246120" cy="310896"/>
          </a:xfrm>
          <a:prstGeom prst="rect">
            <a:avLst/>
          </a:prstGeom>
          <a:solidFill>
            <a:srgbClr val="EEF1FA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7007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"Break down my expenses"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01584" y="1691640"/>
            <a:ext cx="640080" cy="310896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01584" y="16916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00600" y="2121408"/>
            <a:ext cx="3246120" cy="310896"/>
          </a:xfrm>
          <a:prstGeom prst="rect">
            <a:avLst/>
          </a:prstGeom>
          <a:solidFill>
            <a:srgbClr val="EEF1FA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130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income vs expenses"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01584" y="2121408"/>
            <a:ext cx="6400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01584" y="21214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00600" y="2551176"/>
            <a:ext cx="3246120" cy="310896"/>
          </a:xfrm>
          <a:prstGeom prst="rect">
            <a:avLst/>
          </a:prstGeom>
          <a:solidFill>
            <a:srgbClr val="EEF1FA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560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my savings rate?"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01584" y="2551176"/>
            <a:ext cx="640080" cy="310896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01584" y="255117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tip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00600" y="2980944"/>
            <a:ext cx="3246120" cy="310896"/>
          </a:xfrm>
          <a:prstGeom prst="rect">
            <a:avLst/>
          </a:prstGeom>
          <a:solidFill>
            <a:srgbClr val="EEF1FA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2990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my spending trend"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101584" y="2980944"/>
            <a:ext cx="6400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01584" y="29809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00600" y="3410712"/>
            <a:ext cx="3246120" cy="310896"/>
          </a:xfrm>
          <a:prstGeom prst="rect">
            <a:avLst/>
          </a:prstGeom>
          <a:solidFill>
            <a:srgbClr val="EEF1FA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I over budget?"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01584" y="3410712"/>
            <a:ext cx="640080" cy="310896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01584" y="341071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00600" y="3840480"/>
            <a:ext cx="3246120" cy="310896"/>
          </a:xfrm>
          <a:prstGeom prst="rect">
            <a:avLst/>
          </a:prstGeom>
          <a:solidFill>
            <a:srgbClr val="EEF1FA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3849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my biggest expenses?"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101584" y="3840480"/>
            <a:ext cx="640080" cy="310896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01584" y="38404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Deployment Strategy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4206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680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 — Docker Compose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all platforms (Windows / macOS)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36592" y="768096"/>
            <a:ext cx="4206240" cy="45720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6592" y="7680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 — Local Dev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36592" y="10058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iteration, no Docker overhead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53312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5331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" y="14081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 + create .env 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" y="1700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DATABASE_URL, ALLOWED_ORIGINS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011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17627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76272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762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" y="22311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" y="2523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db + backend + frontend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2834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99923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99232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9992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0392" y="30540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localhost:5173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" y="3346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ready in ~30 seconds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36592" y="135331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1353312"/>
            <a:ext cx="457200" cy="658368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35331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66944" y="14081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PostgreSQL 15 locally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66944" y="1700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expense_tracker database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36592" y="2011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BCD"/>
                </a:solidFill>
              </a:rPr>
              <a:t>v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36592" y="217627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6592" y="2176272"/>
            <a:ext cx="457200" cy="658368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21762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66944" y="22311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66944" y="2523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/backend directory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36592" y="2834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BCD"/>
                </a:solidFill>
              </a:rPr>
              <a:t>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36592" y="299923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2999232"/>
            <a:ext cx="457200" cy="658368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29992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266944" y="30540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 +  npm run dev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66944" y="3346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/frontend  →  localhost:5173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425696"/>
            <a:ext cx="8485632" cy="420624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4443984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Windows requires WSL 2 backend for Docker Desktop.  .gitattributes enforces LF line endings to prevent container errors.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Milestones &amp; Progress — All 11 Complete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2249424"/>
            <a:ext cx="8138160" cy="73152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2167128"/>
            <a:ext cx="237744" cy="237744"/>
          </a:xfrm>
          <a:prstGeom prst="oval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" y="13167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" y="1536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773936"/>
            <a:ext cx="0" cy="402336"/>
          </a:xfrm>
          <a:prstGeom prst="line">
            <a:avLst/>
          </a:prstGeom>
          <a:noFill/>
          <a:ln w="9525">
            <a:solidFill>
              <a:srgbClr val="D0D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2450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88288" y="2167128"/>
            <a:ext cx="237744" cy="237744"/>
          </a:xfrm>
          <a:prstGeom prst="oval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5680" y="18470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07160" y="2414016"/>
            <a:ext cx="0" cy="402336"/>
          </a:xfrm>
          <a:prstGeom prst="line">
            <a:avLst/>
          </a:prstGeom>
          <a:noFill/>
          <a:ln w="9525">
            <a:solidFill>
              <a:srgbClr val="D0D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96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49960" y="30540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92528" y="2167128"/>
            <a:ext cx="237744" cy="237744"/>
          </a:xfrm>
          <a:prstGeom prst="oval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54200" y="13167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54200" y="1536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11400" y="1773936"/>
            <a:ext cx="0" cy="402336"/>
          </a:xfrm>
          <a:prstGeom prst="line">
            <a:avLst/>
          </a:prstGeom>
          <a:noFill/>
          <a:ln w="9525">
            <a:solidFill>
              <a:srgbClr val="D0D5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9920" y="2450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96768" y="2167128"/>
            <a:ext cx="237744" cy="237744"/>
          </a:xfrm>
          <a:prstGeom prst="oval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4160" y="18470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'24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15640" y="2414016"/>
            <a:ext cx="0" cy="402336"/>
          </a:xfrm>
          <a:prstGeom prst="line">
            <a:avLst/>
          </a:prstGeom>
          <a:noFill/>
          <a:ln w="9525">
            <a:solidFill>
              <a:srgbClr val="D0D5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5844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58440" y="30540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01008" y="2167128"/>
            <a:ext cx="237744" cy="237744"/>
          </a:xfrm>
          <a:prstGeom prst="oval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2680" y="13167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v1.7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62680" y="1536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Import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9880" y="1773936"/>
            <a:ext cx="0" cy="402336"/>
          </a:xfrm>
          <a:prstGeom prst="line">
            <a:avLst/>
          </a:prstGeom>
          <a:noFill/>
          <a:ln w="9525">
            <a:solidFill>
              <a:srgbClr val="D0D5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8400" y="2450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05248" y="2167128"/>
            <a:ext cx="237744" cy="237744"/>
          </a:xfrm>
          <a:prstGeom prst="oval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2640" y="18470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'24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4120" y="2414016"/>
            <a:ext cx="0" cy="402336"/>
          </a:xfrm>
          <a:prstGeom prst="line">
            <a:avLst/>
          </a:prstGeom>
          <a:noFill/>
          <a:ln w="9525">
            <a:solidFill>
              <a:srgbClr val="D0D5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6692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v1.9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66920" y="30540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09488" y="2167128"/>
            <a:ext cx="237744" cy="237744"/>
          </a:xfrm>
          <a:prstGeom prst="oval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71160" y="13167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71160" y="1536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28360" y="1773936"/>
            <a:ext cx="0" cy="402336"/>
          </a:xfrm>
          <a:prstGeom prst="line">
            <a:avLst/>
          </a:prstGeom>
          <a:noFill/>
          <a:ln w="9525">
            <a:solidFill>
              <a:srgbClr val="D0D5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6880" y="2450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'25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13728" y="2167128"/>
            <a:ext cx="237744" cy="237744"/>
          </a:xfrm>
          <a:prstGeom prst="oval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1120" y="18470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'25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32600" y="2414016"/>
            <a:ext cx="0" cy="402336"/>
          </a:xfrm>
          <a:prstGeom prst="line">
            <a:avLst/>
          </a:prstGeom>
          <a:noFill/>
          <a:ln w="9525">
            <a:solidFill>
              <a:srgbClr val="D0D5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540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75400" y="30540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Galaxy+PWA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17968" y="2167128"/>
            <a:ext cx="237744" cy="237744"/>
          </a:xfrm>
          <a:prstGeom prst="oval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79640" y="13167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79640" y="1536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YoY+Predict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736840" y="1773936"/>
            <a:ext cx="0" cy="402336"/>
          </a:xfrm>
          <a:prstGeom prst="line">
            <a:avLst/>
          </a:prstGeom>
          <a:noFill/>
          <a:ln w="9525">
            <a:solidFill>
              <a:srgbClr val="D0D5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25360" y="2450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'25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522208" y="2167128"/>
            <a:ext cx="237744" cy="237744"/>
          </a:xfrm>
          <a:prstGeom prst="oval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0" y="18470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'26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641080" y="2414016"/>
            <a:ext cx="0" cy="402336"/>
          </a:xfrm>
          <a:prstGeom prst="line">
            <a:avLst/>
          </a:prstGeom>
          <a:noFill/>
          <a:ln w="9525">
            <a:solidFill>
              <a:srgbClr val="D0D5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8388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6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v2.3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183880" y="30540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Hub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02920" y="3383280"/>
            <a:ext cx="196596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02920" y="34747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502920" y="3904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Complete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606040" y="3383280"/>
            <a:ext cx="1965960" cy="91440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2606040" y="34747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2606040" y="3904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Span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709160" y="3383280"/>
            <a:ext cx="1965960" cy="91440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709160" y="34747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4709160" y="3904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Shipped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812280" y="3383280"/>
            <a:ext cx="196596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812280" y="34747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v2.3.0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6812280" y="3904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F6BCD"/>
          </a:solidFill>
          <a:ln w="12700">
            <a:solidFill>
              <a:srgbClr val="4F6B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548640"/>
            <a:ext cx="2926080" cy="3657600"/>
          </a:xfrm>
          <a:prstGeom prst="rect">
            <a:avLst/>
          </a:prstGeom>
          <a:solidFill>
            <a:srgbClr val="253660"/>
          </a:solidFill>
          <a:ln w="12700">
            <a:solidFill>
              <a:srgbClr val="2536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097280"/>
            <a:ext cx="1645920" cy="2560320"/>
          </a:xfrm>
          <a:prstGeom prst="rect">
            <a:avLst/>
          </a:prstGeom>
          <a:solidFill>
            <a:srgbClr val="2D4070"/>
          </a:solidFill>
          <a:ln w="12700">
            <a:solidFill>
              <a:srgbClr val="2D4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 v2.3.0  |  IBM Student Project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2432304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243230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3-tier Docker architecture  |  11 REST API router groups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816352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81635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engine + NLP chat  |  zero external API dependencies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2004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PDF import with 2-pass auto-categorisation pipeline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584448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5844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Service Worker  |  Galaxy / Dark / Light themes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968496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96849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milestones complete  |  23 features shipped  |  v2.3.0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Sayu-V  |  Yenepoya University  |  github.com/Sayu-V/expense-tracker  | 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Tracker v2.3.0</dc:title>
  <dc:subject>PptxGenJS Presentation</dc:subject>
  <dc:creator>Sayu-V</dc:creator>
  <cp:lastModifiedBy>Sayu-V</cp:lastModifiedBy>
  <cp:revision>1</cp:revision>
  <dcterms:created xsi:type="dcterms:W3CDTF">2026-03-30T01:51:34Z</dcterms:created>
  <dcterms:modified xsi:type="dcterms:W3CDTF">2026-03-30T01:51:34Z</dcterms:modified>
</cp:coreProperties>
</file>